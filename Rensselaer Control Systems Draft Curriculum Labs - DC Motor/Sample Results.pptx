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CAF38-158E-F849-5118-E6EF8CC2B2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DD03F5-82FB-D1B3-52FA-25869A66F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B0735-3A12-1094-8152-FCC2C56FF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7DB80-FD6D-4833-8F39-A5470E9F6A7F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C6C43-D8C9-D311-7FDC-375018659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E60B8-7969-EF79-3F44-C01DF476F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6563E-DFD0-4B99-A0C8-10D0643E9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120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F3293-4105-8A4E-F449-2E8EA6347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2FE13-D391-EC2C-75CB-5D38F7A1F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6B4B8-A7CA-DBF8-24AE-72801F623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7DB80-FD6D-4833-8F39-A5470E9F6A7F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93679-6848-517F-47BF-22CFDBC66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F18E0-9B6C-F901-3C79-522E9E5D9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6563E-DFD0-4B99-A0C8-10D0643E9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980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AF525-4172-E1A7-FE2D-9522818C1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558D95-20E3-AF38-ED66-9096F51E7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4B303-7CBB-10F5-4DF4-3AB8D05CC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7DB80-FD6D-4833-8F39-A5470E9F6A7F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DE97D-9514-3254-004F-5D017C32E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7AF92-107B-02EE-D55A-615988277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6563E-DFD0-4B99-A0C8-10D0643E9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868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47F6E-DAA9-582F-CC93-8946C6F0E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06C4E-29C1-5CD4-688C-F87BD48F32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8399D5-8ACB-F02E-8110-32BF5A1B90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8A6249-2F77-6BEF-8AF5-C1E43D688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7DB80-FD6D-4833-8F39-A5470E9F6A7F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3E4048-A1FF-14E3-AE90-CBCF2F892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6A317E-20B4-55A1-E2F7-6CB9D4368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6563E-DFD0-4B99-A0C8-10D0643E9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433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06324-E2C4-E120-E619-D3DEB6C1C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AB77D-1B40-69B6-9932-198ACE705D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13B7DF-80DC-C167-8C8E-F70478EC67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A0205C-7700-92B4-8B6F-7E7B816345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E07FE1-FE52-7EB7-CFC1-DBE34AE522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021995-E6B4-F31C-FB21-0D1DA11A7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7DB80-FD6D-4833-8F39-A5470E9F6A7F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B99E8A-26FC-C699-19E4-AC01F7272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B169EE-C53D-10CE-C715-F1E42ACEF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6563E-DFD0-4B99-A0C8-10D0643E9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267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24BDD-EBBD-FDB0-2023-0247BE94A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354E6C-02D2-F643-8F9A-74C138604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7DB80-FD6D-4833-8F39-A5470E9F6A7F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19F000-5FA8-CF82-62D1-05FD62285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89FED3-E03E-68B6-ED93-9EAC162F7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6563E-DFD0-4B99-A0C8-10D0643E9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15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30ABE9-55FE-BCE7-7D22-B387C57CE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7DB80-FD6D-4833-8F39-A5470E9F6A7F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ADD74A-7376-8DE5-9672-92BDFC8D1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7C5A5D-25AB-7676-A6C8-749E9D30C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6563E-DFD0-4B99-A0C8-10D0643E9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723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FFE1F-E6D9-3C27-288B-8EA9CD6DB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2ECBD-5C2D-E9E3-64CA-72A081229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680EA2-78C1-05ED-6AA3-C999F19EEF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B0A539-A9AA-4AE6-143A-3ED810C45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7DB80-FD6D-4833-8F39-A5470E9F6A7F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155F4C-EDA3-26FB-8858-967184D23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DD74FC-E266-4957-E7DC-62B12A59A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6563E-DFD0-4B99-A0C8-10D0643E9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526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AA2CD-04D8-C907-FD1D-BFDE33B96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6D8D61-335D-F698-2D45-92DB178679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18310B-3FAD-B5F2-7652-EE068875DA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7BEDA6-E751-C979-717E-9C5AC95AC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7DB80-FD6D-4833-8F39-A5470E9F6A7F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7A9E01-6C15-5C7B-726D-6E9E8E877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F7A773-8E9C-7860-859A-448A04600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6563E-DFD0-4B99-A0C8-10D0643E9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965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A240F-85F1-D1EF-C4E6-3F3A1F277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58C1A4-FB08-FBB5-E39A-B738BE2448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83D48-7C0F-332C-62D4-3E0E38DB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7DB80-FD6D-4833-8F39-A5470E9F6A7F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0E262B-9680-82A3-0D00-F2D095EA2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08D50-E5DF-E4E8-80F2-F065C2B6C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6563E-DFD0-4B99-A0C8-10D0643E9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960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D89F09-7C78-9773-3F08-A5174024B3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FD2FDB-57D3-F36C-6CCF-9B637EFCED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1ACDD-34B8-001A-7517-5A99A6CD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7DB80-FD6D-4833-8F39-A5470E9F6A7F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5A2A6-7351-E2CA-85FC-FC391B394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CFF1D-597F-0E51-9BCB-338ABE40F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6563E-DFD0-4B99-A0C8-10D0643E9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376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6EEF49-DE0A-5BD6-6792-F2069557B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D2C7B5-B622-CF52-A4C6-A73CB703D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48800-F317-30E4-567B-1716DBD2C7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B7DB80-FD6D-4833-8F39-A5470E9F6A7F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88B1D-59AB-DAD8-AC57-421DEC7DF6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C1043-9585-7A90-E195-AEA0EA883B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06563E-DFD0-4B99-A0C8-10D0643E9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885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A96DD-F6E5-B9B4-2C21-ECB4223C59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Sample 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E31092-1D2E-DBAE-9076-987D47E534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459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7A27B-DE11-D4E9-B57A-072B5A176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777" y="413023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dirty="0"/>
              <a:t>Lab 2: Parameter ID and step response data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8FAC22-3BE7-B71C-B110-6D296B9E6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7120" y="2932017"/>
            <a:ext cx="3885147" cy="361112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70CAA62-2F67-1716-F4A0-A720D097F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878522"/>
            <a:ext cx="5871666" cy="452227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A86C905-5302-04C4-C663-29FB8C92CF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033" y="169815"/>
            <a:ext cx="3561234" cy="2569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652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80819-772C-8904-CBC4-A4518781F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Lab 3: Frequency Response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AEE5D0-0F11-9D43-6B52-611AA180C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229" y="1714500"/>
            <a:ext cx="4854886" cy="3429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1DB5D6-F42B-612D-203E-56360866C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669" y="365125"/>
            <a:ext cx="5853264" cy="20645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B5D03A-C6DF-3592-49DD-E6E3F7C362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503" y="2500688"/>
            <a:ext cx="5591113" cy="3904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570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20C59-BADA-0B56-FCDC-BB677E6DB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Lab 5: Proportional Position Control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74BF9A-DC02-F60E-3B41-B86F1ECF8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423" y="2352540"/>
            <a:ext cx="3523790" cy="28424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D1C92E-6E3A-B6A5-D57C-F62E8EC88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3602" y="2352540"/>
            <a:ext cx="3520901" cy="28424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FC8AF1-DE70-4370-4723-5F65E3221C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7891" y="2352540"/>
            <a:ext cx="3455571" cy="2838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977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D8167-4BC5-78E2-D026-A4F551904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6: speed Control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CF7AE5-CAAA-6701-6067-DF63175E1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615" y="1883159"/>
            <a:ext cx="3654427" cy="29500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B1B35F-607C-802A-271B-F3BA39F149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9042" y="1883159"/>
            <a:ext cx="3654427" cy="29665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18E16A-03B9-72F6-AC57-8431AD1881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0650" y="1883159"/>
            <a:ext cx="3733236" cy="296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917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27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Sample Results</vt:lpstr>
      <vt:lpstr>Lab 2: Parameter ID and step response data</vt:lpstr>
      <vt:lpstr>Lab 3: Frequency Response</vt:lpstr>
      <vt:lpstr>Lab 5: Proportional Position Control</vt:lpstr>
      <vt:lpstr>Lab 6: speed Control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Results</dc:title>
  <dc:creator>Joshua Hurst</dc:creator>
  <cp:lastModifiedBy>Joshua Hurst</cp:lastModifiedBy>
  <cp:revision>5</cp:revision>
  <dcterms:created xsi:type="dcterms:W3CDTF">2025-09-27T19:30:28Z</dcterms:created>
  <dcterms:modified xsi:type="dcterms:W3CDTF">2025-09-27T22:49:48Z</dcterms:modified>
</cp:coreProperties>
</file>